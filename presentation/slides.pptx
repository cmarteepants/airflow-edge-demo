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— "Airflow Beyond the Cloud"</a:t>
            </a:r>
          </a:p>
          <a:p>
            <a:r>
              <a:t>Stay on this slide while the audience settles. No need to narrate it.</a:t>
            </a:r>
          </a:p>
          <a:p>
            <a:r>
              <a:t>Transition: "Hi everyone, I'm Constance..."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BIO (~30s)</a:t>
            </a:r>
          </a:p>
          <a:p>
            <a:r>
              <a:t>- "I'm Constance, Staff PM at Astronomer — we're the primary commercial backer of Apache Airflow."</a:t>
            </a:r>
          </a:p>
          <a:p>
            <a:r>
              <a:t>- Read the comment line if the audience hasn't already: the self-deprecation sets the tone.</a:t>
            </a:r>
          </a:p>
          <a:p>
            <a:r>
              <a:t>- Don't linger. This is a 30-second slide. Move to the photo.</a:t>
            </a:r>
          </a:p>
          <a:p>
            <a:r>
              <a:t>Transition: "Let me show you what I built."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(~1 min)</a:t>
            </a:r>
          </a:p>
          <a:p>
            <a:r>
              <a:t>- Let the photo land for a beat. The audience will see the ON AIR sign and laugh.</a:t>
            </a:r>
          </a:p>
          <a:p>
            <a:r>
              <a:t>- "I work from home. My family has no idea when I'm on a call. So I built a sign."</a:t>
            </a:r>
          </a:p>
          <a:p>
            <a:r>
              <a:t>- "It says ON AIR when I'm in a meeting, FREE when I'm not."</a:t>
            </a:r>
          </a:p>
          <a:p>
            <a:r>
              <a:t>- Pause. "And because I'm a product manager for a workflow orchestrator... I may have over-engineered it."</a:t>
            </a:r>
          </a:p>
          <a:p>
            <a:r>
              <a:t>- "It's powered by Apache Airflow, running on a Raspberry Pi Zero. A $15 computer running enterprise software to change the color of some LEDs."</a:t>
            </a:r>
          </a:p>
          <a:p>
            <a:r>
              <a:t>- The self-awareness IS the joke. Don't explain it. Let people laugh.</a:t>
            </a:r>
          </a:p>
          <a:p>
            <a:r>
              <a:t>Transition: "For those of you who haven't used Airflow..."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AIRFLOW? (~1 min)</a:t>
            </a:r>
          </a:p>
          <a:p>
            <a:r>
              <a:t>- "If you haven't used Airflow — it's a Python-native workflow orchestrator. Think cron on steroids."</a:t>
            </a:r>
          </a:p>
          <a:p>
            <a:r>
              <a:t>- Point at the DAG diagram: "You write Python functions, wire them into a DAG — a directed acyclic graph — and Airflow handles scheduling, retries, monitoring, logging."</a:t>
            </a:r>
          </a:p>
          <a:p>
            <a:r>
              <a:t>- "40k+ GitHub stars. The most popular open-source orchestrator."</a:t>
            </a:r>
          </a:p>
          <a:p>
            <a:r>
              <a:t>- Don't go deep on Airflow internals. Just: it's Python, it runs tasks in order, it's popular.</a:t>
            </a:r>
          </a:p>
          <a:p>
            <a:r>
              <a:t>Transition: "Typical use case..."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STEREOTYPE (~1 min)</a:t>
            </a:r>
          </a:p>
          <a:p>
            <a:r>
              <a:t>- Point at the badges: "Snowflake, BigQuery, dbt, S3 — this is what people think Airflow is for. Cloud stuff. Server stuff. Data pipelines."</a:t>
            </a:r>
          </a:p>
          <a:p>
            <a:r>
              <a:t>- Pause. Then read the copper text slowly: "But what if the task you need to run... isn't in the cloud?"</a:t>
            </a:r>
          </a:p>
          <a:p>
            <a:r>
              <a:t>- This is the pivot of the talk. Let it breathe.</a:t>
            </a:r>
          </a:p>
          <a:p>
            <a:r>
              <a:t>Transition: "Airflow 3 introduced something that changes this."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EDGE EXECUTOR (~2 min)</a:t>
            </a:r>
          </a:p>
          <a:p>
            <a:r>
              <a:t>- "Airflow 3 shipped in 2025. One of the new features: the Edge Executor."</a:t>
            </a:r>
          </a:p>
          <a:p>
            <a:r>
              <a:t>- Point at the two boxes: "You install a worker on a remote device. That worker polls the Airflow server over HTTPS — 'Got anything for me?'"</a:t>
            </a:r>
          </a:p>
          <a:p>
            <a:r>
              <a:t>- Emphasize: "Pull-based. Not push. The Pi reaches out."</a:t>
            </a:r>
          </a:p>
          <a:p>
            <a:r>
              <a:t>- "No Kafka. No RabbitMQ. No Kubernetes. No open inbound ports."</a:t>
            </a:r>
          </a:p>
          <a:p>
            <a:r>
              <a:t>- "If your device can make an HTTPS request, it can be an edge worker."</a:t>
            </a:r>
          </a:p>
          <a:p>
            <a:r>
              <a:t>- Second key feature: "Multi-executor routing — one DAG can have tasks on different executors. Some on your server, some on a Pi."</a:t>
            </a:r>
          </a:p>
          <a:p>
            <a:r>
              <a:t>Transition: "So what does this look like in practice?"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(~1.5 min)</a:t>
            </a:r>
          </a:p>
          <a:p>
            <a:r>
              <a:t>- Walk through left column top to bottom: "On my laptop, a Python script watches for the Zoom process. When it sees it, it creates a flag file. Airflow has a sensor poking every second — it detects the flag. The scheduler queues an edge task."</a:t>
            </a:r>
          </a:p>
          <a:p>
            <a:r>
              <a:t>- Point at the HTTPS arrow: "This is the connection. HTTPS over Tailscale. The Pi pulls — no inbound connections, no port forwarding."</a:t>
            </a:r>
          </a:p>
          <a:p>
            <a:r>
              <a:t>- Walk through right column: "The edge worker picks up the task, writes a JSON state file. A separate LED service reads that file and drives the panel."</a:t>
            </a:r>
          </a:p>
          <a:p>
            <a:r>
              <a:t>- Point at the colored badges: "ON AIR, FREE, or PYCASCADES — that's the idle state."</a:t>
            </a:r>
          </a:p>
          <a:p>
            <a:r>
              <a:t>Transition: "Here's the actual hardware..."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HARDWARE (~30s)</a:t>
            </a:r>
          </a:p>
          <a:p>
            <a:r>
              <a:t>- "This is the 64x32 RGB LED panel. Connected to a Pi Zero 2 W via an Adafruit RGB Matrix Bonnet and a ribbon cable."</a:t>
            </a:r>
          </a:p>
          <a:p>
            <a:r>
              <a:t>- "The whole thing costs about $60 in parts."</a:t>
            </a:r>
          </a:p>
          <a:p>
            <a:r>
              <a:t>- Keep it brief — the audience will see the real thing during the demo.</a:t>
            </a:r>
          </a:p>
          <a:p>
            <a:r>
              <a:t>Transition: "Let me show you it working."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(~4.5 min)</a:t>
            </a:r>
          </a:p>
          <a:p>
            <a:r>
              <a:t>- Switch to showing the physical sign + Airflow UI. This slide is just a backdrop.</a:t>
            </a:r>
          </a:p>
          <a:p>
            <a:r>
              <a:t>- Sequence: (1) Show idle sign, (2) Show Airflow UI with sensor poking, (3) Join Zoom call, (4) Watch sign go red (~3-4s), (5) Show UI again — set_on_air complete, wait_for_meeting_end running, (6) Leave Zoom, (7) Watch sign go green.</a:t>
            </a:r>
          </a:p>
          <a:p>
            <a:r>
              <a:t>- FILL THE LATENCY GAP with narration. Don't stand in silence during the 3-4 seconds.</a:t>
            </a:r>
          </a:p>
          <a:p>
            <a:r>
              <a:t>- Backup: "demo sim start" / "demo sim end" if Zoom is uncooperative. Use it without apology.</a:t>
            </a:r>
          </a:p>
          <a:p>
            <a:r>
              <a:t>- The LED code aside: "About 200 lines of Python using rpi-rgb-led-matrix. It's in the repo."</a:t>
            </a:r>
          </a:p>
          <a:p>
            <a:r>
              <a:t>Transition: "Let me show you the code that makes this work."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DAG STRUCTURE (~1.5 min)</a:t>
            </a:r>
          </a:p>
          <a:p>
            <a:r>
              <a:t>- "This is the entire DAG. 63 lines of Python, including comments."</a:t>
            </a:r>
          </a:p>
          <a:p>
            <a:r>
              <a:t>- Point at @continuous: "Most people expect Airflow to run on a cron schedule. @continuous makes it behave like an event loop."</a:t>
            </a:r>
          </a:p>
          <a:p>
            <a:r>
              <a:t>- "max_active_runs=1 — one meeting at a time."</a:t>
            </a:r>
          </a:p>
          <a:p>
            <a:r>
              <a:t>- "Four tasks in a line: wait, act, wait, act. Simple state machine."</a:t>
            </a:r>
          </a:p>
          <a:p>
            <a:r>
              <a:t>- The &gt;&gt; operator: "This is Airflow's way of saying 'runs after.' Just Python operator overloading."</a:t>
            </a:r>
          </a:p>
          <a:p>
            <a:r>
              <a:t>Transition: "But here's the interesting part — where do these tasks actually run?"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MULTI-EXECUTOR TASK ROUTING (~1.5 min)</a:t>
            </a:r>
          </a:p>
          <a:p>
            <a:r>
              <a:t>- "Left side: a sensor. Runs on the laptop inside Docker. It just checks if a file exists."</a:t>
            </a:r>
          </a:p>
          <a:p>
            <a:r>
              <a:t>- "Right side: an edge task. executor='edge3', queue='raspberry_pi' — that's all it takes."</a:t>
            </a:r>
          </a:p>
          <a:p>
            <a:r>
              <a:t>- "Same DAG, same file, different machines. Two keyword arguments."</a:t>
            </a:r>
          </a:p>
          <a:p>
            <a:r>
              <a:t>- For Airflow users: "Multi-executor in one DAG was not possible before Airflow 3."</a:t>
            </a:r>
          </a:p>
          <a:p>
            <a:r>
              <a:t>- For everyone else: "Two keyword arguments route a task from my laptop to a Raspberry Pi. That's it."</a:t>
            </a:r>
          </a:p>
          <a:p>
            <a:r>
              <a:t>Transition: "Now, how do we actually detect the Zoom call?"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ZOOM DETECTION (~1 min)</a:t>
            </a:r>
          </a:p>
          <a:p>
            <a:r>
              <a:t>- Read it out: "This is the ENTIRE Zoom detection logic."</a:t>
            </a:r>
          </a:p>
          <a:p>
            <a:r>
              <a:t>- "No API key. No OAuth. No webhook server. Just pgrep."</a:t>
            </a:r>
          </a:p>
          <a:p>
            <a:r>
              <a:t>- Let people laugh. The contrast between the Airflow architecture and subprocess.run(["pgrep"]) is funny. Lean into it.</a:t>
            </a:r>
          </a:p>
          <a:p>
            <a:r>
              <a:t>- "CptHost is Zoom's meeting process on macOS. At a conference, you can't trust WiFi for API calls. This works offline."</a:t>
            </a:r>
          </a:p>
          <a:p>
            <a:r>
              <a:t>Transition: "One more pattern worth calling out..."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FILE PATTERN (~1 min)</a:t>
            </a:r>
          </a:p>
          <a:p>
            <a:r>
              <a:t>- Point at the diagram: "Airflow task writes JSON, exits. LED service reads JSON, drives GPIO."</a:t>
            </a:r>
          </a:p>
          <a:p>
            <a:r>
              <a:t>- "The LED library holds GPIO while it's running. If the Airflow task tried to drive the display, it would never exit — Airflow would kill it on timeout."</a:t>
            </a:r>
          </a:p>
          <a:p>
            <a:r>
              <a:t>- Read the copper line: "Airflow tasks should be ephemeral. If your task can't finish, decouple."</a:t>
            </a:r>
          </a:p>
          <a:p>
            <a:r>
              <a:t>- Point at the Pi photo: "That's the actual Pi with the bonnet and ribbon cable."</a:t>
            </a:r>
          </a:p>
          <a:p>
            <a:r>
              <a:t>- This is a real engineering lesson. The audience should take away the state-file pattern even if they never touch an LED.</a:t>
            </a:r>
          </a:p>
          <a:p>
            <a:r>
              <a:t>Transition: "So what did I learn from all this?"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PRINCIPLES (~1.25 min)</a:t>
            </a:r>
          </a:p>
          <a:p>
            <a:r>
              <a:t>- Pull beats push: "No open ports, no VPN. The Pi reaches out. Works behind NAT, on conference WiFi."</a:t>
            </a:r>
          </a:p>
          <a:p>
            <a:r>
              <a:t>- Simple beats clever: "At every decision point, we picked the dumbest thing that works. That's why it's reliable enough to run live on stage."</a:t>
            </a:r>
          </a:p>
          <a:p>
            <a:r>
              <a:t>Transition: Next slide for practical realities.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REALITIES (~1.25 min)</a:t>
            </a:r>
          </a:p>
          <a:p>
            <a:r>
              <a:t>- Decouple: "Write state, exit. Let something else hold the hardware. GPUs, serial ports, GPIO — anything needing persistent access."</a:t>
            </a:r>
          </a:p>
          <a:p>
            <a:r>
              <a:t>- Airflow on a Pi: "416MB RAM plus swap. It works. But I'm not going to pretend this is production-ready IoT. A thin edge runtime is a known gap — AIP-69 flags it."</a:t>
            </a:r>
          </a:p>
          <a:p>
            <a:r>
              <a:t>- Be honest about limitations. The audience respects honesty over polish.</a:t>
            </a:r>
          </a:p>
          <a:p>
            <a:r>
              <a:t>Transition: "So this was a toy project. But the pattern is real."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BIGGER PICTURE (~2 min)</a:t>
            </a:r>
          </a:p>
          <a:p>
            <a:r>
              <a:t>- Gesture across the icons: "Factory sensors. Greenhouse monitoring. Retail signage. Home automation — probably not the right tool, but it could."</a:t>
            </a:r>
          </a:p>
          <a:p>
            <a:r>
              <a:t>- "Field research stations with intermittent connectivity — the pull model is perfect for that."</a:t>
            </a:r>
          </a:p>
          <a:p>
            <a:r>
              <a:t>- Point at LED Sign (highlighted): "And a silly sign next to my desk."</a:t>
            </a:r>
          </a:p>
          <a:p>
            <a:r>
              <a:t>- Read the closing line: "Workflows don't always live in the cloud. Sometimes the work is out there."</a:t>
            </a:r>
          </a:p>
          <a:p>
            <a:r>
              <a:t>- Keep it aspirational, not prescriptive. You're planting seeds, not pitching a product.</a:t>
            </a:r>
          </a:p>
          <a:p>
            <a:r>
              <a:t>Transition: "That's the talk."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WRAP-UP (~1 min)</a:t>
            </a:r>
          </a:p>
          <a:p>
            <a:r>
              <a:t>- "The code is all open source — scan the QR code or hit the repo URL."</a:t>
            </a:r>
          </a:p>
          <a:p>
            <a:r>
              <a:t>- "pip install apache-airflow apache-airflow-providers-edge3 — that's all you need to try this yourself."</a:t>
            </a:r>
          </a:p>
          <a:p>
            <a:r>
              <a:t>- One-sentence callback: "Airflow beyond the cloud — it's a Raspberry Pi, an LED sign, and 63 lines of Python."</a:t>
            </a:r>
          </a:p>
          <a:p>
            <a:r>
              <a:t>- "If you want to talk about Airflow, edge computing, or why someone would put an enterprise orchestrator on a $15 computer — come find me after. Thank you."</a:t>
            </a:r>
          </a:p>
          <a:p>
            <a:r>
              <a:t>- Leave this slide up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